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069080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0507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23893272" cy="1463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94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7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17291F"/>
                </a:solidFill>
                <a:latin typeface="Arial"/>
              </a:defRPr>
            </a:pPr>
            <a:r>
              <a:t>John M. Ennis and Bartosz Smulski | Aigora | Sensometrics 2026</a:t>
            </a:r>
          </a:p>
        </p:txBody>
      </p:sp>
      <p:pic>
        <p:nvPicPr>
          <p:cNvPr id="8" name="Picture 7" descr="sensometrics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21367"/>
            <a:ext cx="4800600" cy="149696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85232"/>
            <a:ext cx="11420855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sensR-style sensory discrimination into Python without leaving SciPy, dataclasses, or Plotly.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Preserve the sensR numerical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Golden fixtures keep the Python port tied to the R reference.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6268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4012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40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Typed objects, plots, and planning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0316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Designed for notebooks, pipelines, and interactive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9811512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The result: validated migration for sensory teams already working in Python.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75336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75336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Evidence at a glance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021056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094208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30784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22224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40512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forced-choice coverage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982944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056095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92672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184111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399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parity + boundary cases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021056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094208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30784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22224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CRAN reference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40512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982944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056095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92672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184111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399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audit-ready outputs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49656" y="10222992"/>
            <a:ext cx="1114653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Numerical parity target: 3-6 decimal places.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46" name="Picture 45" descr="protoco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405" y="12051792"/>
            <a:ext cx="8424845" cy="54406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05840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Common d-prime scale, protocol-specific guessing.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75336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75336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50" name="Picture 49" descr="psychometri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7059" y="12051792"/>
            <a:ext cx="8651729" cy="54406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3203936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54" name="Picture 53" descr="test_inven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9347" y="20281392"/>
            <a:ext cx="10530962" cy="539496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05840" y="25831800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model, power, and plotting tests.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975336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75336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021056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094208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30784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222224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40512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panel variability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6972787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045939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082516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173955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2243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criterion effects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924520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997671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34248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125688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143976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decision curves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021056" y="23143464"/>
            <a:ext cx="11603736" cy="2395728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3295376" y="23417784"/>
            <a:ext cx="11055096" cy="5303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Validation is built into the architecture.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341096" y="24213312"/>
            <a:ext cx="10963655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sensR fixtures -&gt; SciPy kernels -&gt; dataclass results -&gt; Plotly figures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203936" y="25831800"/>
            <a:ext cx="112379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tests, posthoc, simulation, power, and sample-size planning.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27569160"/>
            <a:ext cx="2389327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27715464"/>
            <a:ext cx="23893272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83080" y="28355544"/>
            <a:ext cx="21881592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validated sensory discrimination, typed results, and interactive figures in one workflow.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7240" y="29900879"/>
            <a:ext cx="23893272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7240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33271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1288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Keep sensR-backed decisions in Python notebooks and pipelines.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2728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Same statistical contract; modern workflow surface.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863584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19616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47632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Pc, Pd, d-prime, intervals, and power share one API.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39072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Protocol differences stay explicit and comparable.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49928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7205960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3976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Typed results and Plotly figures are easier to audit and reuse.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425416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Results travel as objects, not loose console output.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40280" y="33713928"/>
            <a:ext cx="20967192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References: sensR package, CRAN v1.5-3, doi:10.32614/CRAN.package.sensR; Brockhoff &amp; Christensen (2010), doi:10.1016/j.foodqual.2009.04.003; Macmillan &amp; Creelman; SciPy; Plotly.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350215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4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06640" y="35058096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97" name="Picture 96" descr="qr-senspy-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0391" y="3485692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