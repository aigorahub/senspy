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06908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0507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23893272" cy="1463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94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7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700" b="1" i="0">
                <a:solidFill>
                  <a:srgbClr val="17291F"/>
                </a:solidFill>
                <a:latin typeface="Arial"/>
              </a:defRPr>
            </a:pPr>
            <a:r>
              <a:t>John M. Ennis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0" y="530352"/>
            <a:ext cx="58521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80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85232"/>
            <a:ext cx="11420855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sensR-style sensory discrimination into Python without leaving SciPy, dataclasses, or Plotly.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7955280"/>
            <a:ext cx="4878324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6268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54012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3740" y="7955280"/>
            <a:ext cx="4878324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9646920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The result: validated migration for sensory teams already working in Python.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75336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75336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Evidence at a glance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021056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94208" y="5449824"/>
            <a:ext cx="5495544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30784" y="6272784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49072" y="6912864"/>
            <a:ext cx="5385816" cy="5212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982944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6095" y="5449824"/>
            <a:ext cx="5495544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92672" y="6272784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10960" y="6912864"/>
            <a:ext cx="5385816" cy="5212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021056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094208" y="7946136"/>
            <a:ext cx="5495544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30784" y="8769096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149072" y="9409176"/>
            <a:ext cx="5385816" cy="5212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982944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56095" y="7946136"/>
            <a:ext cx="5495544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92672" y="8769096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110960" y="9409176"/>
            <a:ext cx="5385816" cy="5212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49656" y="10222992"/>
            <a:ext cx="1114653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Numerical parity target: 3-6 decimal places.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0" name="Picture 39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866" y="12051792"/>
            <a:ext cx="8207923" cy="54406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05840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975336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75336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44" name="Picture 43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7059" y="12051792"/>
            <a:ext cx="8651729" cy="54406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3203936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48" name="Picture 47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302" y="20281392"/>
            <a:ext cx="10435051" cy="53949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5840" y="25831800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975336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975336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021056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094208" y="20537424"/>
            <a:ext cx="3553967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130784" y="21360384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149072" y="22000464"/>
            <a:ext cx="3444239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972787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045939" y="20537424"/>
            <a:ext cx="3553967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082516" y="21360384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100803" y="22000464"/>
            <a:ext cx="3444239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0924520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997671" y="20537424"/>
            <a:ext cx="3553967" cy="7132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4248" y="21360384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052536" y="22000464"/>
            <a:ext cx="3444239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021056" y="23143464"/>
            <a:ext cx="11603736" cy="2395728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295376" y="23417784"/>
            <a:ext cx="11055096" cy="5303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Validation is built into the architecture.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341096" y="24213312"/>
            <a:ext cx="10963655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sensR fixtures -&gt; SciPy kernels -&gt; dataclass results -&gt; Plotly figures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203936" y="25831800"/>
            <a:ext cx="112379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" y="27569160"/>
            <a:ext cx="2389327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" y="27715464"/>
            <a:ext cx="23893272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83080" y="28355544"/>
            <a:ext cx="21881592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validated sensory discrimination, typed results, and interactive figures in one workflow.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" y="29900879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7240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3271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1288" y="31528511"/>
            <a:ext cx="6952488" cy="1837943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63584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19616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47632" y="31528511"/>
            <a:ext cx="6952488" cy="1837943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6949928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205960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333976" y="31528511"/>
            <a:ext cx="6952488" cy="1837943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40280" y="33878520"/>
            <a:ext cx="20967192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Selected references: sensR package; Macmillan &amp; Creelman, Detection Theory; SciPy; Plotly; golden sensR v1.5.3 fixtures.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7240" y="350215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4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06640" y="3505809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85" name="Picture 84" descr="qr-senspy-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0391" y="3485692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